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9230DD-206D-486E-A6AF-D29809E02079}" v="5" dt="2026-04-18T20:27:38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1723" autoAdjust="0"/>
  </p:normalViewPr>
  <p:slideViewPr>
    <p:cSldViewPr snapToGrid="0">
      <p:cViewPr varScale="1">
        <p:scale>
          <a:sx n="105" d="100"/>
          <a:sy n="105" d="100"/>
        </p:scale>
        <p:origin x="132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George W CIV USAF USAFA DF/DFEC" userId="1fb5875a-4594-4db2-80fb-f0db3de11280" providerId="ADAL" clId="{09330963-85FD-4C99-A81B-94D0EE5CFFEB}"/>
    <pc:docChg chg="undo custSel modSld">
      <pc:chgData name="York, George W CIV USAF USAFA DF/DFEC" userId="1fb5875a-4594-4db2-80fb-f0db3de11280" providerId="ADAL" clId="{09330963-85FD-4C99-A81B-94D0EE5CFFEB}" dt="2026-04-18T20:27:56.696" v="94" actId="14100"/>
      <pc:docMkLst>
        <pc:docMk/>
      </pc:docMkLst>
      <pc:sldChg chg="addSp delSp modSp mod">
        <pc:chgData name="York, George W CIV USAF USAFA DF/DFEC" userId="1fb5875a-4594-4db2-80fb-f0db3de11280" providerId="ADAL" clId="{09330963-85FD-4C99-A81B-94D0EE5CFFEB}" dt="2026-04-18T20:27:56.696" v="94" actId="14100"/>
        <pc:sldMkLst>
          <pc:docMk/>
          <pc:sldMk cId="1501170907" sldId="256"/>
        </pc:sldMkLst>
        <pc:spChg chg="mod">
          <ac:chgData name="York, George W CIV USAF USAFA DF/DFEC" userId="1fb5875a-4594-4db2-80fb-f0db3de11280" providerId="ADAL" clId="{09330963-85FD-4C99-A81B-94D0EE5CFFEB}" dt="2026-04-10T18:20:54.770" v="51" actId="14100"/>
          <ac:spMkLst>
            <pc:docMk/>
            <pc:sldMk cId="1501170907" sldId="256"/>
            <ac:spMk id="2" creationId="{6AB6AF60-D791-21FB-8A86-0D04258DAA85}"/>
          </ac:spMkLst>
        </pc:spChg>
        <pc:spChg chg="add mod">
          <ac:chgData name="York, George W CIV USAF USAFA DF/DFEC" userId="1fb5875a-4594-4db2-80fb-f0db3de11280" providerId="ADAL" clId="{09330963-85FD-4C99-A81B-94D0EE5CFFEB}" dt="2026-04-18T20:27:56.696" v="94" actId="14100"/>
          <ac:spMkLst>
            <pc:docMk/>
            <pc:sldMk cId="1501170907" sldId="256"/>
            <ac:spMk id="17" creationId="{DD23CE11-915B-B2E0-552F-137C75A7E9C7}"/>
          </ac:spMkLst>
        </pc:spChg>
        <pc:spChg chg="mod">
          <ac:chgData name="York, George W CIV USAF USAFA DF/DFEC" userId="1fb5875a-4594-4db2-80fb-f0db3de11280" providerId="ADAL" clId="{09330963-85FD-4C99-A81B-94D0EE5CFFEB}" dt="2026-04-10T18:19:53.616" v="45" actId="1076"/>
          <ac:spMkLst>
            <pc:docMk/>
            <pc:sldMk cId="1501170907" sldId="256"/>
            <ac:spMk id="38" creationId="{9DC00663-BEA1-F516-A24E-D1358A5FA8D3}"/>
          </ac:spMkLst>
        </pc:spChg>
        <pc:spChg chg="mod">
          <ac:chgData name="York, George W CIV USAF USAFA DF/DFEC" userId="1fb5875a-4594-4db2-80fb-f0db3de11280" providerId="ADAL" clId="{09330963-85FD-4C99-A81B-94D0EE5CFFEB}" dt="2026-04-10T18:19:53.616" v="45" actId="1076"/>
          <ac:spMkLst>
            <pc:docMk/>
            <pc:sldMk cId="1501170907" sldId="256"/>
            <ac:spMk id="39" creationId="{6174F677-2B47-463D-4071-9231A2EAA9DF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09" creationId="{7E4C1978-E959-3B8A-9B69-5A0570C1B433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10" creationId="{B99D9E74-E1B6-5F46-688D-FBFA65E6AF93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12" creationId="{42328FB6-6571-FA3C-8E81-028268A77042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13" creationId="{3468D653-D2DB-10F8-EB42-1EF2F69D462B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32" creationId="{84B6D813-B5DE-D1FC-AF80-525F92C8F7F8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33" creationId="{E46D487D-09B4-2769-C34D-554786351A6B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34" creationId="{B03E2FCB-F4FA-D322-14B8-FB5E1F9573B3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42" creationId="{5CF4424D-C27A-0FCF-199D-B10372DC54C3}"/>
          </ac:spMkLst>
        </pc:spChg>
        <pc:spChg chg="add mod">
          <ac:chgData name="York, George W CIV USAF USAFA DF/DFEC" userId="1fb5875a-4594-4db2-80fb-f0db3de11280" providerId="ADAL" clId="{09330963-85FD-4C99-A81B-94D0EE5CFFEB}" dt="2026-04-10T18:23:52.069" v="71" actId="1076"/>
          <ac:spMkLst>
            <pc:docMk/>
            <pc:sldMk cId="1501170907" sldId="256"/>
            <ac:spMk id="245" creationId="{6F693865-D421-FB3F-F617-69C8DFB74DDA}"/>
          </ac:spMkLst>
        </pc:spChg>
        <pc:spChg chg="add mod">
          <ac:chgData name="York, George W CIV USAF USAFA DF/DFEC" userId="1fb5875a-4594-4db2-80fb-f0db3de11280" providerId="ADAL" clId="{09330963-85FD-4C99-A81B-94D0EE5CFFEB}" dt="2026-04-10T18:24:09.554" v="74" actId="1076"/>
          <ac:spMkLst>
            <pc:docMk/>
            <pc:sldMk cId="1501170907" sldId="256"/>
            <ac:spMk id="246" creationId="{3BA26EF9-D46A-45DC-70BA-21364891CB27}"/>
          </ac:spMkLst>
        </pc:spChg>
        <pc:cxnChg chg="add mod">
          <ac:chgData name="York, George W CIV USAF USAFA DF/DFEC" userId="1fb5875a-4594-4db2-80fb-f0db3de11280" providerId="ADAL" clId="{09330963-85FD-4C99-A81B-94D0EE5CFFEB}" dt="2026-04-18T20:27:30.523" v="76" actId="1076"/>
          <ac:cxnSpMkLst>
            <pc:docMk/>
            <pc:sldMk cId="1501170907" sldId="256"/>
            <ac:cxnSpMk id="12" creationId="{C104EDAA-FD8A-4089-C218-104118D04C57}"/>
          </ac:cxnSpMkLst>
        </pc:cxnChg>
        <pc:cxnChg chg="mod">
          <ac:chgData name="York, George W CIV USAF USAFA DF/DFEC" userId="1fb5875a-4594-4db2-80fb-f0db3de11280" providerId="ADAL" clId="{09330963-85FD-4C99-A81B-94D0EE5CFFEB}" dt="2026-04-10T18:19:53.616" v="45" actId="1076"/>
          <ac:cxnSpMkLst>
            <pc:docMk/>
            <pc:sldMk cId="1501170907" sldId="256"/>
            <ac:cxnSpMk id="28" creationId="{DBC59A37-4C55-8753-29C9-9D435BAD749A}"/>
          </ac:cxnSpMkLst>
        </pc:cxnChg>
        <pc:cxnChg chg="mod">
          <ac:chgData name="York, George W CIV USAF USAFA DF/DFEC" userId="1fb5875a-4594-4db2-80fb-f0db3de11280" providerId="ADAL" clId="{09330963-85FD-4C99-A81B-94D0EE5CFFEB}" dt="2026-04-10T18:20:48.258" v="50" actId="14100"/>
          <ac:cxnSpMkLst>
            <pc:docMk/>
            <pc:sldMk cId="1501170907" sldId="256"/>
            <ac:cxnSpMk id="54" creationId="{03324C20-C3D1-9AAB-5C0D-C6C15BD835FE}"/>
          </ac:cxnSpMkLst>
        </pc:cxnChg>
        <pc:cxnChg chg="mod">
          <ac:chgData name="York, George W CIV USAF USAFA DF/DFEC" userId="1fb5875a-4594-4db2-80fb-f0db3de11280" providerId="ADAL" clId="{09330963-85FD-4C99-A81B-94D0EE5CFFEB}" dt="2026-04-10T18:19:53.616" v="45" actId="1076"/>
          <ac:cxnSpMkLst>
            <pc:docMk/>
            <pc:sldMk cId="1501170907" sldId="256"/>
            <ac:cxnSpMk id="68" creationId="{35DADF49-4B1B-AC71-8C36-C35004BEE094}"/>
          </ac:cxnSpMkLst>
        </pc:cxnChg>
        <pc:cxnChg chg="mod">
          <ac:chgData name="York, George W CIV USAF USAFA DF/DFEC" userId="1fb5875a-4594-4db2-80fb-f0db3de11280" providerId="ADAL" clId="{09330963-85FD-4C99-A81B-94D0EE5CFFEB}" dt="2026-04-10T18:21:27.466" v="55" actId="14100"/>
          <ac:cxnSpMkLst>
            <pc:docMk/>
            <pc:sldMk cId="1501170907" sldId="256"/>
            <ac:cxnSpMk id="72" creationId="{3C0FD334-761D-D912-1D21-08670E1D2E8A}"/>
          </ac:cxnSpMkLst>
        </pc:cxnChg>
        <pc:cxnChg chg="mod">
          <ac:chgData name="York, George W CIV USAF USAFA DF/DFEC" userId="1fb5875a-4594-4db2-80fb-f0db3de11280" providerId="ADAL" clId="{09330963-85FD-4C99-A81B-94D0EE5CFFEB}" dt="2026-04-10T18:22:19.458" v="63" actId="1076"/>
          <ac:cxnSpMkLst>
            <pc:docMk/>
            <pc:sldMk cId="1501170907" sldId="256"/>
            <ac:cxnSpMk id="82" creationId="{821208F8-3FE0-AC1B-C80E-FD20D78B59DE}"/>
          </ac:cxnSpMkLst>
        </pc:cxnChg>
        <pc:cxnChg chg="mod">
          <ac:chgData name="York, George W CIV USAF USAFA DF/DFEC" userId="1fb5875a-4594-4db2-80fb-f0db3de11280" providerId="ADAL" clId="{09330963-85FD-4C99-A81B-94D0EE5CFFEB}" dt="2026-04-10T18:22:08.546" v="61" actId="14100"/>
          <ac:cxnSpMkLst>
            <pc:docMk/>
            <pc:sldMk cId="1501170907" sldId="256"/>
            <ac:cxnSpMk id="92" creationId="{780D872F-1646-C8B4-3D28-A065AE10E52A}"/>
          </ac:cxnSpMkLst>
        </pc:cxnChg>
        <pc:cxnChg chg="mod">
          <ac:chgData name="York, George W CIV USAF USAFA DF/DFEC" userId="1fb5875a-4594-4db2-80fb-f0db3de11280" providerId="ADAL" clId="{09330963-85FD-4C99-A81B-94D0EE5CFFEB}" dt="2026-04-10T18:23:32.536" v="69" actId="1076"/>
          <ac:cxnSpMkLst>
            <pc:docMk/>
            <pc:sldMk cId="1501170907" sldId="256"/>
            <ac:cxnSpMk id="223" creationId="{320A29EB-ABD9-7A97-166B-5F32289CDE2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538057" y="3099557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979857" y="-9084"/>
            <a:ext cx="4810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Stage 4. RISC-V 5-cycle Pipeline Architecture</a:t>
            </a:r>
          </a:p>
          <a:p>
            <a:pPr algn="ctr"/>
            <a:r>
              <a:rPr lang="en-US" sz="1200" b="1" dirty="0"/>
              <a:t>Forwarding / Earlier Branch Decision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638258" y="1862975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561948" y="1862975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10069478" y="1862975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532490" y="3100279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510696" y="3409622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359409" y="2462605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1136475" y="3303944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1081369" y="351851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976172" y="330394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983880" y="3613287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988550" y="234583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921674" y="266577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181601" y="299400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978691" y="2868020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181601" y="256888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651248" y="2778289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806072" y="373575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835472" y="3571106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934575" y="2568884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932949" y="2568884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354682" y="357110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1077442" y="4916175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1115312" y="5130750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1995038" y="5834586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1917139" y="6012514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905315" y="538809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2298020" y="6246154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1765164" y="6123892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279154" y="3735756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905315" y="4554736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>
            <a:cxnSpLocks/>
          </p:cNvCxnSpPr>
          <p:nvPr/>
        </p:nvCxnSpPr>
        <p:spPr>
          <a:xfrm>
            <a:off x="905315" y="4546715"/>
            <a:ext cx="1523560" cy="802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428875" y="3314775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54A266D-F4C6-7070-9203-F459E46AE102}"/>
              </a:ext>
            </a:extLst>
          </p:cNvPr>
          <p:cNvCxnSpPr>
            <a:cxnSpLocks/>
          </p:cNvCxnSpPr>
          <p:nvPr/>
        </p:nvCxnSpPr>
        <p:spPr>
          <a:xfrm>
            <a:off x="1763837" y="5388092"/>
            <a:ext cx="4758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630763" y="3068554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480618" y="3294127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472911" y="3507191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487232" y="372553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476206" y="3947632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986471" y="3471617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979857" y="3734277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401834" y="3840955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428875" y="3409543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428875" y="3622607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428875" y="3840955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480618" y="4120669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215805" y="4063048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1086375" y="5986893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144694" y="6006780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908567" y="612511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1763837" y="6493351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1085048" y="6356352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143367" y="6376239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907240" y="6494575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1946513" y="5323322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1831072" y="5199692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949628" y="4792569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898868" y="4761566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454667" y="4968860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782224" y="5123002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782224" y="4120669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253592" y="3448149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6075784" y="39795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>
            <a:off x="4401834" y="3571106"/>
            <a:ext cx="1433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830434" y="3706261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993221" y="4113878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998123" y="4120669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815413" y="5096238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/>
          <p:nvPr/>
        </p:nvCxnSpPr>
        <p:spPr>
          <a:xfrm flipV="1">
            <a:off x="5947713" y="4178464"/>
            <a:ext cx="0" cy="173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/>
          <p:nvPr/>
        </p:nvCxnSpPr>
        <p:spPr>
          <a:xfrm flipV="1">
            <a:off x="6410421" y="3965109"/>
            <a:ext cx="0" cy="33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275527" y="2482125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257042" y="2459860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216828" y="2681168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802794" y="2662872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5029828" y="2810946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223884" y="2930053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794616" y="3040681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516166" y="3303944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53FABC7-DD90-8352-C66A-7DFA23EE2633}"/>
              </a:ext>
            </a:extLst>
          </p:cNvPr>
          <p:cNvGrpSpPr/>
          <p:nvPr/>
        </p:nvGrpSpPr>
        <p:grpSpPr>
          <a:xfrm>
            <a:off x="4742886" y="2070125"/>
            <a:ext cx="234557" cy="870633"/>
            <a:chOff x="6175096" y="3854324"/>
            <a:chExt cx="144932" cy="375881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64F4C90-ABA8-4DDC-5808-F9A278B4E6F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FC64163-8C45-5848-AF36-721E2025DF54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B09081B-A704-2107-897F-12A59ADE3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465FB0D5-90F0-B240-13F3-D73E3B74C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428875" y="4120669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892328" y="5007586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373014" y="3114241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708420" y="3110771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>
            <a:cxnSpLocks/>
          </p:cNvCxnSpPr>
          <p:nvPr/>
        </p:nvCxnSpPr>
        <p:spPr>
          <a:xfrm flipH="1" flipV="1">
            <a:off x="354682" y="1069536"/>
            <a:ext cx="4909081" cy="1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>
            <a:cxnSpLocks/>
          </p:cNvCxnSpPr>
          <p:nvPr/>
        </p:nvCxnSpPr>
        <p:spPr>
          <a:xfrm flipV="1">
            <a:off x="354682" y="1069536"/>
            <a:ext cx="0" cy="25015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1876BEE7-FDFC-0D31-7B67-CAA4ECA61CC2}"/>
              </a:ext>
            </a:extLst>
          </p:cNvPr>
          <p:cNvCxnSpPr>
            <a:cxnSpLocks/>
          </p:cNvCxnSpPr>
          <p:nvPr/>
        </p:nvCxnSpPr>
        <p:spPr>
          <a:xfrm>
            <a:off x="4978419" y="2517961"/>
            <a:ext cx="3012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5283005" y="1069536"/>
            <a:ext cx="0" cy="14484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5029828" y="2788889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535195" y="3769045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794616" y="2616997"/>
            <a:ext cx="0" cy="12239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794616" y="3840955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859200" y="3267132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337877" y="3613287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767189" y="3425360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10060097" y="3306999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1094733" y="3714968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345163" y="2405503"/>
            <a:ext cx="0" cy="1207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157343" y="2778288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227543" y="1139190"/>
            <a:ext cx="0" cy="25950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215805" y="1127709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>
            <a:cxnSpLocks/>
          </p:cNvCxnSpPr>
          <p:nvPr/>
        </p:nvCxnSpPr>
        <p:spPr>
          <a:xfrm flipV="1">
            <a:off x="3215805" y="1127760"/>
            <a:ext cx="0" cy="29352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299683" y="277828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208561" y="3286511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6AF60-D791-21FB-8A86-0D04258DAA85}"/>
              </a:ext>
            </a:extLst>
          </p:cNvPr>
          <p:cNvSpPr/>
          <p:nvPr/>
        </p:nvSpPr>
        <p:spPr>
          <a:xfrm>
            <a:off x="5446395" y="1862975"/>
            <a:ext cx="107644" cy="3460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B474B-DE86-EFAF-1F7B-17DC4F663F21}"/>
              </a:ext>
            </a:extLst>
          </p:cNvPr>
          <p:cNvSpPr/>
          <p:nvPr/>
        </p:nvSpPr>
        <p:spPr>
          <a:xfrm>
            <a:off x="7475099" y="1862975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DE79B-19DD-529A-5879-5E22D4125189}"/>
              </a:ext>
            </a:extLst>
          </p:cNvPr>
          <p:cNvSpPr/>
          <p:nvPr/>
        </p:nvSpPr>
        <p:spPr>
          <a:xfrm>
            <a:off x="10007220" y="1862975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85F51-CDCF-DFC4-A78B-5B79381B7901}"/>
              </a:ext>
            </a:extLst>
          </p:cNvPr>
          <p:cNvSpPr txBox="1"/>
          <p:nvPr/>
        </p:nvSpPr>
        <p:spPr>
          <a:xfrm>
            <a:off x="2391725" y="1595367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IF_ID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8595C-A8B4-EC1A-CEC5-C3F6C12A297B}"/>
              </a:ext>
            </a:extLst>
          </p:cNvPr>
          <p:cNvSpPr txBox="1"/>
          <p:nvPr/>
        </p:nvSpPr>
        <p:spPr>
          <a:xfrm>
            <a:off x="5233848" y="1616519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ID_EX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4A068-9364-EA34-27D3-B5352516ABEB}"/>
              </a:ext>
            </a:extLst>
          </p:cNvPr>
          <p:cNvSpPr txBox="1"/>
          <p:nvPr/>
        </p:nvSpPr>
        <p:spPr>
          <a:xfrm>
            <a:off x="7161597" y="1609434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EX_MEM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6CC08-2328-4CAE-36E1-B6668E8E0A0B}"/>
              </a:ext>
            </a:extLst>
          </p:cNvPr>
          <p:cNvSpPr txBox="1"/>
          <p:nvPr/>
        </p:nvSpPr>
        <p:spPr>
          <a:xfrm>
            <a:off x="9669913" y="1599530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MEM_WB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009FE0-7787-A3EB-6282-7D22C75D2C48}"/>
              </a:ext>
            </a:extLst>
          </p:cNvPr>
          <p:cNvSpPr/>
          <p:nvPr/>
        </p:nvSpPr>
        <p:spPr>
          <a:xfrm>
            <a:off x="2601370" y="1852437"/>
            <a:ext cx="142681" cy="36004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C59A37-4C55-8753-29C9-9D435BAD749A}"/>
              </a:ext>
            </a:extLst>
          </p:cNvPr>
          <p:cNvCxnSpPr>
            <a:cxnSpLocks/>
          </p:cNvCxnSpPr>
          <p:nvPr/>
        </p:nvCxnSpPr>
        <p:spPr>
          <a:xfrm>
            <a:off x="6907069" y="5094338"/>
            <a:ext cx="22987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DC00663-BEA1-F516-A24E-D1358A5FA8D3}"/>
              </a:ext>
            </a:extLst>
          </p:cNvPr>
          <p:cNvSpPr/>
          <p:nvPr/>
        </p:nvSpPr>
        <p:spPr>
          <a:xfrm>
            <a:off x="6228280" y="4957339"/>
            <a:ext cx="678789" cy="4847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74F677-2B47-463D-4071-9231A2EAA9DF}"/>
              </a:ext>
            </a:extLst>
          </p:cNvPr>
          <p:cNvSpPr txBox="1"/>
          <p:nvPr/>
        </p:nvSpPr>
        <p:spPr>
          <a:xfrm>
            <a:off x="6236908" y="4977226"/>
            <a:ext cx="643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Forward</a:t>
            </a:r>
          </a:p>
          <a:p>
            <a:pPr algn="ctr"/>
            <a:r>
              <a:rPr lang="en-US" sz="1000" dirty="0"/>
              <a:t>Unit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324C20-C3D1-9AAB-5C0D-C6C15BD835FE}"/>
              </a:ext>
            </a:extLst>
          </p:cNvPr>
          <p:cNvCxnSpPr>
            <a:cxnSpLocks/>
          </p:cNvCxnSpPr>
          <p:nvPr/>
        </p:nvCxnSpPr>
        <p:spPr>
          <a:xfrm>
            <a:off x="5567516" y="5027975"/>
            <a:ext cx="6693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5DADF49-4B1B-AC71-8C36-C35004BEE094}"/>
              </a:ext>
            </a:extLst>
          </p:cNvPr>
          <p:cNvCxnSpPr>
            <a:cxnSpLocks/>
          </p:cNvCxnSpPr>
          <p:nvPr/>
        </p:nvCxnSpPr>
        <p:spPr>
          <a:xfrm>
            <a:off x="5901832" y="5193796"/>
            <a:ext cx="3350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C0FD334-761D-D912-1D21-08670E1D2E8A}"/>
              </a:ext>
            </a:extLst>
          </p:cNvPr>
          <p:cNvCxnSpPr>
            <a:cxnSpLocks/>
          </p:cNvCxnSpPr>
          <p:nvPr/>
        </p:nvCxnSpPr>
        <p:spPr>
          <a:xfrm>
            <a:off x="2752997" y="5350205"/>
            <a:ext cx="34812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21208F8-3FE0-AC1B-C80E-FD20D78B59DE}"/>
              </a:ext>
            </a:extLst>
          </p:cNvPr>
          <p:cNvCxnSpPr>
            <a:cxnSpLocks/>
          </p:cNvCxnSpPr>
          <p:nvPr/>
        </p:nvCxnSpPr>
        <p:spPr>
          <a:xfrm>
            <a:off x="5885190" y="4761566"/>
            <a:ext cx="41217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80D872F-1646-C8B4-3D28-A065AE10E52A}"/>
              </a:ext>
            </a:extLst>
          </p:cNvPr>
          <p:cNvCxnSpPr>
            <a:cxnSpLocks/>
          </p:cNvCxnSpPr>
          <p:nvPr/>
        </p:nvCxnSpPr>
        <p:spPr>
          <a:xfrm>
            <a:off x="5902908" y="4762568"/>
            <a:ext cx="0" cy="437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1C911C3-06B1-BA27-0E72-8513B7FA953C}"/>
              </a:ext>
            </a:extLst>
          </p:cNvPr>
          <p:cNvGrpSpPr/>
          <p:nvPr/>
        </p:nvGrpSpPr>
        <p:grpSpPr>
          <a:xfrm>
            <a:off x="5830434" y="2831816"/>
            <a:ext cx="234557" cy="870633"/>
            <a:chOff x="6175096" y="3854324"/>
            <a:chExt cx="144932" cy="375881"/>
          </a:xfrm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E9EAA92-B7C4-DD4B-50B7-50393C26597E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9A305E6-83B9-53CB-E1E6-ED7E1376DC87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020A6F3B-4AFC-D39D-EB32-07F264CE6C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4A1E492F-FDFD-873C-401A-ED664BFB16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4CB413E-FC95-91DD-71A9-E415E9DA0C6F}"/>
              </a:ext>
            </a:extLst>
          </p:cNvPr>
          <p:cNvCxnSpPr>
            <a:cxnSpLocks/>
          </p:cNvCxnSpPr>
          <p:nvPr/>
        </p:nvCxnSpPr>
        <p:spPr>
          <a:xfrm>
            <a:off x="5621061" y="3189385"/>
            <a:ext cx="2072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37C14550-6462-0A41-3B27-18A6907D7904}"/>
              </a:ext>
            </a:extLst>
          </p:cNvPr>
          <p:cNvCxnSpPr>
            <a:cxnSpLocks/>
          </p:cNvCxnSpPr>
          <p:nvPr/>
        </p:nvCxnSpPr>
        <p:spPr>
          <a:xfrm>
            <a:off x="5947713" y="2194560"/>
            <a:ext cx="0" cy="7325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2EF4D9E-D764-5247-28FB-BAE945716B98}"/>
              </a:ext>
            </a:extLst>
          </p:cNvPr>
          <p:cNvCxnSpPr>
            <a:cxnSpLocks/>
          </p:cNvCxnSpPr>
          <p:nvPr/>
        </p:nvCxnSpPr>
        <p:spPr>
          <a:xfrm>
            <a:off x="6069777" y="3294127"/>
            <a:ext cx="89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5DF69978-CC37-5610-DC69-A84154C64107}"/>
              </a:ext>
            </a:extLst>
          </p:cNvPr>
          <p:cNvCxnSpPr>
            <a:cxnSpLocks/>
          </p:cNvCxnSpPr>
          <p:nvPr/>
        </p:nvCxnSpPr>
        <p:spPr>
          <a:xfrm flipV="1">
            <a:off x="5734007" y="2991130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4F69D383-57D0-7010-D975-FB7C130FA504}"/>
              </a:ext>
            </a:extLst>
          </p:cNvPr>
          <p:cNvCxnSpPr>
            <a:cxnSpLocks/>
          </p:cNvCxnSpPr>
          <p:nvPr/>
        </p:nvCxnSpPr>
        <p:spPr>
          <a:xfrm flipV="1">
            <a:off x="6157677" y="3571106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2BA7206-C813-3D1D-EF15-085AE42D06BA}"/>
              </a:ext>
            </a:extLst>
          </p:cNvPr>
          <p:cNvCxnSpPr>
            <a:cxnSpLocks/>
          </p:cNvCxnSpPr>
          <p:nvPr/>
        </p:nvCxnSpPr>
        <p:spPr>
          <a:xfrm flipV="1">
            <a:off x="6151245" y="3294127"/>
            <a:ext cx="0" cy="2769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72E4A58B-D113-DF30-6FDE-AF16B5A0FA9E}"/>
              </a:ext>
            </a:extLst>
          </p:cNvPr>
          <p:cNvCxnSpPr>
            <a:cxnSpLocks/>
          </p:cNvCxnSpPr>
          <p:nvPr/>
        </p:nvCxnSpPr>
        <p:spPr>
          <a:xfrm flipV="1">
            <a:off x="5736920" y="339169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F7769E95-3C9A-A1D0-7BAA-ED25D87EE1E8}"/>
              </a:ext>
            </a:extLst>
          </p:cNvPr>
          <p:cNvSpPr txBox="1"/>
          <p:nvPr/>
        </p:nvSpPr>
        <p:spPr>
          <a:xfrm>
            <a:off x="5029828" y="3273334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BF847ED-3744-0969-7E11-0755B86A5CDF}"/>
              </a:ext>
            </a:extLst>
          </p:cNvPr>
          <p:cNvCxnSpPr/>
          <p:nvPr/>
        </p:nvCxnSpPr>
        <p:spPr>
          <a:xfrm flipH="1">
            <a:off x="5736066" y="2617769"/>
            <a:ext cx="10579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C9DB0418-00F7-DDD7-D7E7-F4610D3EEFA6}"/>
              </a:ext>
            </a:extLst>
          </p:cNvPr>
          <p:cNvCxnSpPr>
            <a:cxnSpLocks/>
          </p:cNvCxnSpPr>
          <p:nvPr/>
        </p:nvCxnSpPr>
        <p:spPr>
          <a:xfrm>
            <a:off x="5732729" y="2611094"/>
            <a:ext cx="0" cy="382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DB22DC2B-CF41-92F4-F2B9-B6F10DE0EAE2}"/>
              </a:ext>
            </a:extLst>
          </p:cNvPr>
          <p:cNvCxnSpPr/>
          <p:nvPr/>
        </p:nvCxnSpPr>
        <p:spPr>
          <a:xfrm flipH="1">
            <a:off x="5645961" y="2404186"/>
            <a:ext cx="36976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54030FC-7D6A-E850-3E7A-0A74E2624E38}"/>
              </a:ext>
            </a:extLst>
          </p:cNvPr>
          <p:cNvCxnSpPr/>
          <p:nvPr/>
        </p:nvCxnSpPr>
        <p:spPr>
          <a:xfrm flipV="1">
            <a:off x="5649298" y="2417535"/>
            <a:ext cx="0" cy="774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6FDD443-491D-B8C9-0359-814E397D9C25}"/>
              </a:ext>
            </a:extLst>
          </p:cNvPr>
          <p:cNvCxnSpPr/>
          <p:nvPr/>
        </p:nvCxnSpPr>
        <p:spPr>
          <a:xfrm>
            <a:off x="3359244" y="4252509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4ED870C-7DDD-18C7-6A4F-0D2CDF59EA50}"/>
              </a:ext>
            </a:extLst>
          </p:cNvPr>
          <p:cNvCxnSpPr>
            <a:cxnSpLocks/>
          </p:cNvCxnSpPr>
          <p:nvPr/>
        </p:nvCxnSpPr>
        <p:spPr>
          <a:xfrm>
            <a:off x="4372527" y="2421549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1CFDDD6-C726-691B-9CA9-125BE7E5CADA}"/>
              </a:ext>
            </a:extLst>
          </p:cNvPr>
          <p:cNvSpPr txBox="1"/>
          <p:nvPr/>
        </p:nvSpPr>
        <p:spPr>
          <a:xfrm>
            <a:off x="3310209" y="1961292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5FAFD36-E7BE-8A22-0C52-FA46F61778F0}"/>
              </a:ext>
            </a:extLst>
          </p:cNvPr>
          <p:cNvSpPr txBox="1"/>
          <p:nvPr/>
        </p:nvSpPr>
        <p:spPr>
          <a:xfrm>
            <a:off x="3313362" y="2376665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3290510-9088-6A3E-5DFA-AEBEB6FBD1A1}"/>
              </a:ext>
            </a:extLst>
          </p:cNvPr>
          <p:cNvCxnSpPr>
            <a:cxnSpLocks/>
          </p:cNvCxnSpPr>
          <p:nvPr/>
        </p:nvCxnSpPr>
        <p:spPr>
          <a:xfrm flipV="1">
            <a:off x="4656723" y="2579639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0D9A6022-1D6D-F3DA-CC84-317FF5FD6666}"/>
              </a:ext>
            </a:extLst>
          </p:cNvPr>
          <p:cNvSpPr txBox="1"/>
          <p:nvPr/>
        </p:nvSpPr>
        <p:spPr>
          <a:xfrm>
            <a:off x="4334630" y="2461304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B5AEF34-ADB3-754B-DE80-ABD4D3F0450B}"/>
              </a:ext>
            </a:extLst>
          </p:cNvPr>
          <p:cNvGrpSpPr/>
          <p:nvPr/>
        </p:nvGrpSpPr>
        <p:grpSpPr>
          <a:xfrm>
            <a:off x="3849394" y="1970747"/>
            <a:ext cx="292770" cy="637674"/>
            <a:chOff x="1074820" y="1507958"/>
            <a:chExt cx="292770" cy="637674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CDC5C6D-A82B-99F5-6FC5-EEDD54CCF190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A4EF0649-3BED-33BA-DD96-FB9FA511E98C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388C33F-5E4F-4884-089C-DF42CBAA3E4C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35B5BAB-BBDC-4A8E-3A36-97A6349BBE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45C3381F-390D-C2F3-E51B-5BEF92543E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865DD84B-4F29-10E5-2D86-6E2018D046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8DAAB301-BA98-4D82-23E6-354878570163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526219D0-7A62-A14B-B0E1-B1C20BB4E6B6}"/>
              </a:ext>
            </a:extLst>
          </p:cNvPr>
          <p:cNvCxnSpPr>
            <a:cxnSpLocks/>
          </p:cNvCxnSpPr>
          <p:nvPr/>
        </p:nvCxnSpPr>
        <p:spPr>
          <a:xfrm>
            <a:off x="3675459" y="2502142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3CA6134-70D5-34FA-00BD-59378BC13DD1}"/>
              </a:ext>
            </a:extLst>
          </p:cNvPr>
          <p:cNvCxnSpPr/>
          <p:nvPr/>
        </p:nvCxnSpPr>
        <p:spPr>
          <a:xfrm>
            <a:off x="3671586" y="207702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58EBC1B8-4825-3984-18AF-440ADACF2ABF}"/>
              </a:ext>
            </a:extLst>
          </p:cNvPr>
          <p:cNvSpPr txBox="1"/>
          <p:nvPr/>
        </p:nvSpPr>
        <p:spPr>
          <a:xfrm>
            <a:off x="3884231" y="2175559"/>
            <a:ext cx="351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“+”</a:t>
            </a: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0D200FF7-E333-ACB1-85A2-D9AC30E6FCDF}"/>
              </a:ext>
            </a:extLst>
          </p:cNvPr>
          <p:cNvCxnSpPr>
            <a:cxnSpLocks/>
          </p:cNvCxnSpPr>
          <p:nvPr/>
        </p:nvCxnSpPr>
        <p:spPr>
          <a:xfrm flipV="1">
            <a:off x="4634375" y="2755109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0E85AB3B-858D-5BF6-ED0E-B3C0624C86F7}"/>
              </a:ext>
            </a:extLst>
          </p:cNvPr>
          <p:cNvSpPr txBox="1"/>
          <p:nvPr/>
        </p:nvSpPr>
        <p:spPr>
          <a:xfrm>
            <a:off x="4379586" y="2641578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663EF25C-11FE-91FB-6359-867A30C024D1}"/>
              </a:ext>
            </a:extLst>
          </p:cNvPr>
          <p:cNvCxnSpPr>
            <a:cxnSpLocks/>
          </p:cNvCxnSpPr>
          <p:nvPr/>
        </p:nvCxnSpPr>
        <p:spPr>
          <a:xfrm>
            <a:off x="4372527" y="2207613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C4DF3196-3785-A9E7-1F1B-2A6EE6375854}"/>
              </a:ext>
            </a:extLst>
          </p:cNvPr>
          <p:cNvCxnSpPr>
            <a:cxnSpLocks/>
          </p:cNvCxnSpPr>
          <p:nvPr/>
        </p:nvCxnSpPr>
        <p:spPr>
          <a:xfrm>
            <a:off x="4372527" y="2207613"/>
            <a:ext cx="0" cy="2139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E418A0F2-C32C-CA49-AA0F-30FCCCAA2766}"/>
              </a:ext>
            </a:extLst>
          </p:cNvPr>
          <p:cNvCxnSpPr>
            <a:cxnSpLocks/>
          </p:cNvCxnSpPr>
          <p:nvPr/>
        </p:nvCxnSpPr>
        <p:spPr>
          <a:xfrm>
            <a:off x="4139842" y="2315754"/>
            <a:ext cx="232685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C55C5F-A294-A543-9E3E-E324A93D8CA8}"/>
              </a:ext>
            </a:extLst>
          </p:cNvPr>
          <p:cNvCxnSpPr>
            <a:cxnSpLocks/>
          </p:cNvCxnSpPr>
          <p:nvPr/>
        </p:nvCxnSpPr>
        <p:spPr>
          <a:xfrm flipV="1">
            <a:off x="10997645" y="4034709"/>
            <a:ext cx="0" cy="616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CC19F9B-6EDF-6B64-E3B0-E660B8C52E68}"/>
              </a:ext>
            </a:extLst>
          </p:cNvPr>
          <p:cNvCxnSpPr>
            <a:cxnSpLocks/>
          </p:cNvCxnSpPr>
          <p:nvPr/>
        </p:nvCxnSpPr>
        <p:spPr>
          <a:xfrm flipH="1">
            <a:off x="10946889" y="4449728"/>
            <a:ext cx="107051" cy="69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07766FF-137E-CFC5-F36B-18899A589011}"/>
              </a:ext>
            </a:extLst>
          </p:cNvPr>
          <p:cNvCxnSpPr>
            <a:cxnSpLocks/>
          </p:cNvCxnSpPr>
          <p:nvPr/>
        </p:nvCxnSpPr>
        <p:spPr>
          <a:xfrm flipH="1">
            <a:off x="5894187" y="2482125"/>
            <a:ext cx="107051" cy="69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ABE6E774-8C9B-4489-D948-65607F2E188A}"/>
              </a:ext>
            </a:extLst>
          </p:cNvPr>
          <p:cNvCxnSpPr>
            <a:cxnSpLocks/>
          </p:cNvCxnSpPr>
          <p:nvPr/>
        </p:nvCxnSpPr>
        <p:spPr>
          <a:xfrm flipV="1">
            <a:off x="4871195" y="2834512"/>
            <a:ext cx="0" cy="318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E9EFFB0-0DED-2330-8209-FC39718441DD}"/>
              </a:ext>
            </a:extLst>
          </p:cNvPr>
          <p:cNvCxnSpPr>
            <a:cxnSpLocks/>
          </p:cNvCxnSpPr>
          <p:nvPr/>
        </p:nvCxnSpPr>
        <p:spPr>
          <a:xfrm flipH="1">
            <a:off x="4827227" y="3020434"/>
            <a:ext cx="85431" cy="621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F6ECA4E6-7E3F-9AE7-DC4A-642870838647}"/>
              </a:ext>
            </a:extLst>
          </p:cNvPr>
          <p:cNvCxnSpPr>
            <a:cxnSpLocks/>
          </p:cNvCxnSpPr>
          <p:nvPr/>
        </p:nvCxnSpPr>
        <p:spPr>
          <a:xfrm>
            <a:off x="4684583" y="1275167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FC45EE7-792B-F72E-2C03-735BF8B795D9}"/>
              </a:ext>
            </a:extLst>
          </p:cNvPr>
          <p:cNvCxnSpPr>
            <a:cxnSpLocks/>
          </p:cNvCxnSpPr>
          <p:nvPr/>
        </p:nvCxnSpPr>
        <p:spPr>
          <a:xfrm>
            <a:off x="4862151" y="1836978"/>
            <a:ext cx="0" cy="3251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6C7963B8-EAB3-1251-7B88-E9681119B880}"/>
              </a:ext>
            </a:extLst>
          </p:cNvPr>
          <p:cNvSpPr txBox="1"/>
          <p:nvPr/>
        </p:nvSpPr>
        <p:spPr>
          <a:xfrm>
            <a:off x="4493604" y="1641448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Not equal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64875F-2B8E-5F20-AD69-75128545C0DD}"/>
              </a:ext>
            </a:extLst>
          </p:cNvPr>
          <p:cNvSpPr/>
          <p:nvPr/>
        </p:nvSpPr>
        <p:spPr>
          <a:xfrm>
            <a:off x="4458121" y="1413057"/>
            <a:ext cx="736311" cy="41858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7427857C-18CF-7E87-7DE9-41875BFC41AB}"/>
              </a:ext>
            </a:extLst>
          </p:cNvPr>
          <p:cNvCxnSpPr>
            <a:cxnSpLocks/>
          </p:cNvCxnSpPr>
          <p:nvPr/>
        </p:nvCxnSpPr>
        <p:spPr>
          <a:xfrm>
            <a:off x="5032030" y="1275167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4AC79D0-5B76-D005-1A27-F76F271A152F}"/>
              </a:ext>
            </a:extLst>
          </p:cNvPr>
          <p:cNvCxnSpPr/>
          <p:nvPr/>
        </p:nvCxnSpPr>
        <p:spPr>
          <a:xfrm flipV="1">
            <a:off x="8862876" y="3303944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2328FB6-6571-FA3C-8E81-028268A77042}"/>
              </a:ext>
            </a:extLst>
          </p:cNvPr>
          <p:cNvSpPr/>
          <p:nvPr/>
        </p:nvSpPr>
        <p:spPr>
          <a:xfrm>
            <a:off x="3351306" y="5573141"/>
            <a:ext cx="678789" cy="4847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3468D653-D2DB-10F8-EB42-1EF2F69D462B}"/>
              </a:ext>
            </a:extLst>
          </p:cNvPr>
          <p:cNvSpPr txBox="1"/>
          <p:nvPr/>
        </p:nvSpPr>
        <p:spPr>
          <a:xfrm>
            <a:off x="3316652" y="5593028"/>
            <a:ext cx="729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Hazard</a:t>
            </a:r>
          </a:p>
          <a:p>
            <a:pPr algn="ctr"/>
            <a:r>
              <a:rPr lang="en-US" sz="1000" dirty="0"/>
              <a:t>Detection</a:t>
            </a: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2F2A33F8-388E-3212-42F2-F316A4DCC9A2}"/>
              </a:ext>
            </a:extLst>
          </p:cNvPr>
          <p:cNvCxnSpPr>
            <a:cxnSpLocks/>
          </p:cNvCxnSpPr>
          <p:nvPr/>
        </p:nvCxnSpPr>
        <p:spPr>
          <a:xfrm>
            <a:off x="2909696" y="5929325"/>
            <a:ext cx="44225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E49846C5-8569-392B-D7EC-3272F6F2B440}"/>
              </a:ext>
            </a:extLst>
          </p:cNvPr>
          <p:cNvCxnSpPr>
            <a:cxnSpLocks/>
          </p:cNvCxnSpPr>
          <p:nvPr/>
        </p:nvCxnSpPr>
        <p:spPr>
          <a:xfrm>
            <a:off x="2920808" y="5560181"/>
            <a:ext cx="0" cy="3676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BC2F36C1-D9E2-5F94-A594-FBFAAC53E660}"/>
              </a:ext>
            </a:extLst>
          </p:cNvPr>
          <p:cNvCxnSpPr>
            <a:cxnSpLocks/>
          </p:cNvCxnSpPr>
          <p:nvPr/>
        </p:nvCxnSpPr>
        <p:spPr>
          <a:xfrm>
            <a:off x="3145244" y="5712432"/>
            <a:ext cx="21170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FB6D13F-84F6-B220-EF66-A111BDCAEC0A}"/>
              </a:ext>
            </a:extLst>
          </p:cNvPr>
          <p:cNvCxnSpPr>
            <a:cxnSpLocks/>
          </p:cNvCxnSpPr>
          <p:nvPr/>
        </p:nvCxnSpPr>
        <p:spPr>
          <a:xfrm flipH="1">
            <a:off x="2511119" y="5576977"/>
            <a:ext cx="3986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93DC441A-8F48-0B1E-E235-4F3A44A86932}"/>
              </a:ext>
            </a:extLst>
          </p:cNvPr>
          <p:cNvCxnSpPr>
            <a:cxnSpLocks/>
          </p:cNvCxnSpPr>
          <p:nvPr/>
        </p:nvCxnSpPr>
        <p:spPr>
          <a:xfrm>
            <a:off x="3136484" y="5250897"/>
            <a:ext cx="0" cy="4709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611D7C8-EA59-07B6-6DE0-08A00908356E}"/>
              </a:ext>
            </a:extLst>
          </p:cNvPr>
          <p:cNvCxnSpPr>
            <a:cxnSpLocks/>
          </p:cNvCxnSpPr>
          <p:nvPr/>
        </p:nvCxnSpPr>
        <p:spPr>
          <a:xfrm>
            <a:off x="2759850" y="5241548"/>
            <a:ext cx="3839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4FA97CD2-A4F3-8569-BF3A-77C3076814AA}"/>
              </a:ext>
            </a:extLst>
          </p:cNvPr>
          <p:cNvCxnSpPr>
            <a:cxnSpLocks/>
            <a:stCxn id="213" idx="3"/>
          </p:cNvCxnSpPr>
          <p:nvPr/>
        </p:nvCxnSpPr>
        <p:spPr>
          <a:xfrm flipV="1">
            <a:off x="4046339" y="5488130"/>
            <a:ext cx="84772" cy="30495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2FA12D39-0FA2-ABBD-EACC-E063F56B5583}"/>
              </a:ext>
            </a:extLst>
          </p:cNvPr>
          <p:cNvCxnSpPr/>
          <p:nvPr/>
        </p:nvCxnSpPr>
        <p:spPr>
          <a:xfrm flipH="1">
            <a:off x="2952806" y="5177183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84B6D813-B5DE-D1FC-AF80-525F92C8F7F8}"/>
              </a:ext>
            </a:extLst>
          </p:cNvPr>
          <p:cNvSpPr txBox="1"/>
          <p:nvPr/>
        </p:nvSpPr>
        <p:spPr>
          <a:xfrm>
            <a:off x="2834608" y="5072614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4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BA26EF9-D46A-45DC-70BA-21364891CB27}"/>
              </a:ext>
            </a:extLst>
          </p:cNvPr>
          <p:cNvSpPr txBox="1"/>
          <p:nvPr/>
        </p:nvSpPr>
        <p:spPr>
          <a:xfrm>
            <a:off x="3685159" y="5311002"/>
            <a:ext cx="861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start_stall</a:t>
            </a:r>
            <a:endParaRPr lang="en-US" sz="1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04EDAA-FD8A-4089-C218-104118D04C57}"/>
              </a:ext>
            </a:extLst>
          </p:cNvPr>
          <p:cNvCxnSpPr>
            <a:cxnSpLocks/>
          </p:cNvCxnSpPr>
          <p:nvPr/>
        </p:nvCxnSpPr>
        <p:spPr>
          <a:xfrm>
            <a:off x="3472911" y="6051625"/>
            <a:ext cx="0" cy="4027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23CE11-915B-B2E0-552F-137C75A7E9C7}"/>
              </a:ext>
            </a:extLst>
          </p:cNvPr>
          <p:cNvSpPr txBox="1"/>
          <p:nvPr/>
        </p:nvSpPr>
        <p:spPr>
          <a:xfrm>
            <a:off x="2990194" y="6420855"/>
            <a:ext cx="93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double_stall</a:t>
            </a:r>
            <a:endParaRPr 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C47C76-DD2C-D041-5CBE-9D776C368B34}"/>
              </a:ext>
            </a:extLst>
          </p:cNvPr>
          <p:cNvSpPr txBox="1"/>
          <p:nvPr/>
        </p:nvSpPr>
        <p:spPr>
          <a:xfrm>
            <a:off x="10320409" y="4691861"/>
            <a:ext cx="13232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Mem_wb_mem_read</a:t>
            </a:r>
            <a:endParaRPr lang="en-US" sz="900" dirty="0"/>
          </a:p>
          <a:p>
            <a:pPr algn="ctr"/>
            <a:r>
              <a:rPr lang="en-US" sz="900" dirty="0" err="1"/>
              <a:t>Mem_wb_load_addr</a:t>
            </a:r>
            <a:endParaRPr lang="en-US" sz="900" dirty="0"/>
          </a:p>
          <a:p>
            <a:pPr algn="ctr"/>
            <a:r>
              <a:rPr lang="en-US" sz="900" dirty="0" err="1"/>
              <a:t>Mem_wb_reg_write</a:t>
            </a:r>
            <a:endParaRPr lang="en-US" sz="9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35BE5E-0175-A984-4634-A2F4E5A70C71}"/>
              </a:ext>
            </a:extLst>
          </p:cNvPr>
          <p:cNvSpPr txBox="1"/>
          <p:nvPr/>
        </p:nvSpPr>
        <p:spPr>
          <a:xfrm>
            <a:off x="7078049" y="4968860"/>
            <a:ext cx="8707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Mux_select_A</a:t>
            </a:r>
            <a:endParaRPr lang="en-US" sz="9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F20020-EAC6-2114-3BDA-071BAE6FC249}"/>
              </a:ext>
            </a:extLst>
          </p:cNvPr>
          <p:cNvSpPr txBox="1"/>
          <p:nvPr/>
        </p:nvSpPr>
        <p:spPr>
          <a:xfrm>
            <a:off x="11443096" y="3395706"/>
            <a:ext cx="6270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 err="1"/>
              <a:t>Wb_data</a:t>
            </a:r>
            <a:endParaRPr lang="en-US" sz="9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94D76F-D5BC-1FFF-FA32-971690FD9BD6}"/>
              </a:ext>
            </a:extLst>
          </p:cNvPr>
          <p:cNvSpPr txBox="1"/>
          <p:nvPr/>
        </p:nvSpPr>
        <p:spPr>
          <a:xfrm>
            <a:off x="6831451" y="2608314"/>
            <a:ext cx="14440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ex_mem_reg2_data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53D7AD-5790-BC2B-34D0-29D22785E2B7}"/>
              </a:ext>
            </a:extLst>
          </p:cNvPr>
          <p:cNvSpPr txBox="1"/>
          <p:nvPr/>
        </p:nvSpPr>
        <p:spPr>
          <a:xfrm>
            <a:off x="6740629" y="2815152"/>
            <a:ext cx="21416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data_memory_byte_not_word</a:t>
            </a:r>
            <a:endParaRPr lang="en-US" sz="9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2D0FC9-0AEA-6751-473E-46F04E9C4588}"/>
              </a:ext>
            </a:extLst>
          </p:cNvPr>
          <p:cNvSpPr txBox="1"/>
          <p:nvPr/>
        </p:nvSpPr>
        <p:spPr>
          <a:xfrm>
            <a:off x="9247891" y="2637188"/>
            <a:ext cx="7104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Mem_data</a:t>
            </a:r>
            <a:endParaRPr lang="en-US" sz="9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71BB21-26FA-113F-6410-3E151FDE51F2}"/>
              </a:ext>
            </a:extLst>
          </p:cNvPr>
          <p:cNvSpPr txBox="1"/>
          <p:nvPr/>
        </p:nvSpPr>
        <p:spPr>
          <a:xfrm>
            <a:off x="8145875" y="3471177"/>
            <a:ext cx="214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Ex_mem_mem_read</a:t>
            </a:r>
            <a:endParaRPr lang="en-US" sz="900" dirty="0"/>
          </a:p>
          <a:p>
            <a:r>
              <a:rPr lang="en-US" sz="900" dirty="0" err="1"/>
              <a:t>Ex_mem_mem_write</a:t>
            </a:r>
            <a:endParaRPr lang="en-US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66588D-FAA9-4B24-34E7-A635640A1CE3}"/>
              </a:ext>
            </a:extLst>
          </p:cNvPr>
          <p:cNvSpPr txBox="1"/>
          <p:nvPr/>
        </p:nvSpPr>
        <p:spPr>
          <a:xfrm>
            <a:off x="6763720" y="3571106"/>
            <a:ext cx="21416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Alu_result</a:t>
            </a:r>
            <a:endParaRPr lang="en-US" sz="9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B5F2FF-1806-FEC1-4C63-BDABB28D9525}"/>
              </a:ext>
            </a:extLst>
          </p:cNvPr>
          <p:cNvSpPr txBox="1"/>
          <p:nvPr/>
        </p:nvSpPr>
        <p:spPr>
          <a:xfrm>
            <a:off x="6075198" y="4265390"/>
            <a:ext cx="21416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Id_ex_alu_op</a:t>
            </a:r>
            <a:endParaRPr lang="en-US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86A8F5-FF9B-AF72-B209-70E05A3C4C90}"/>
              </a:ext>
            </a:extLst>
          </p:cNvPr>
          <p:cNvSpPr txBox="1"/>
          <p:nvPr/>
        </p:nvSpPr>
        <p:spPr>
          <a:xfrm>
            <a:off x="5502617" y="4366686"/>
            <a:ext cx="60944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id_ex_alu_src</a:t>
            </a:r>
            <a:endParaRPr lang="en-US" sz="8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DE4D1D1-3C8B-5D28-1BE1-87D69A498710}"/>
              </a:ext>
            </a:extLst>
          </p:cNvPr>
          <p:cNvSpPr txBox="1"/>
          <p:nvPr/>
        </p:nvSpPr>
        <p:spPr>
          <a:xfrm>
            <a:off x="4253896" y="4423811"/>
            <a:ext cx="8005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/>
              <a:t>If_id_imm</a:t>
            </a:r>
            <a:endParaRPr lang="en-US" sz="1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72FE120-3DA3-7D28-D2DB-9A88D6E7CB3D}"/>
              </a:ext>
            </a:extLst>
          </p:cNvPr>
          <p:cNvSpPr txBox="1"/>
          <p:nvPr/>
        </p:nvSpPr>
        <p:spPr>
          <a:xfrm>
            <a:off x="4400515" y="3618502"/>
            <a:ext cx="11145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id_ex_reg2_data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4FDDB7-A03E-BDD9-58AF-1A4E9FB847A7}"/>
              </a:ext>
            </a:extLst>
          </p:cNvPr>
          <p:cNvSpPr txBox="1"/>
          <p:nvPr/>
        </p:nvSpPr>
        <p:spPr>
          <a:xfrm>
            <a:off x="4370378" y="3323758"/>
            <a:ext cx="11145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id_ex_reg1_data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A787009-37CF-89DA-2721-9D540D30C74E}"/>
              </a:ext>
            </a:extLst>
          </p:cNvPr>
          <p:cNvSpPr txBox="1"/>
          <p:nvPr/>
        </p:nvSpPr>
        <p:spPr>
          <a:xfrm>
            <a:off x="5642891" y="1940243"/>
            <a:ext cx="8657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Mux_select_A</a:t>
            </a:r>
            <a:endParaRPr lang="en-US" sz="9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48E2C8D-6548-FCCB-5FDF-829820ADD9D7}"/>
              </a:ext>
            </a:extLst>
          </p:cNvPr>
          <p:cNvSpPr txBox="1"/>
          <p:nvPr/>
        </p:nvSpPr>
        <p:spPr>
          <a:xfrm>
            <a:off x="4545005" y="2946253"/>
            <a:ext cx="7878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If_id_branch</a:t>
            </a:r>
            <a:endParaRPr lang="en-US" sz="800" dirty="0"/>
          </a:p>
          <a:p>
            <a:r>
              <a:rPr lang="en-US" sz="800" dirty="0" err="1"/>
              <a:t>If_id_jump</a:t>
            </a:r>
            <a:endParaRPr lang="en-US" sz="800" dirty="0"/>
          </a:p>
          <a:p>
            <a:r>
              <a:rPr lang="en-US" sz="800" dirty="0" err="1"/>
              <a:t>Double_stall</a:t>
            </a:r>
            <a:endParaRPr lang="en-US" sz="800"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4C29561-91B7-E936-DC83-6F5D5106CCE4}"/>
              </a:ext>
            </a:extLst>
          </p:cNvPr>
          <p:cNvGrpSpPr/>
          <p:nvPr/>
        </p:nvGrpSpPr>
        <p:grpSpPr>
          <a:xfrm rot="5400000">
            <a:off x="4549467" y="898307"/>
            <a:ext cx="234557" cy="529824"/>
            <a:chOff x="6175096" y="3854324"/>
            <a:chExt cx="144932" cy="375881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19EF7C2-7624-1A2D-B2CD-70DAF03F217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F81C4DE-B1C4-D148-E3FB-AE42412E8144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027FD3F-DFEB-E3A1-01CD-3F28F49CE6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9289637-D2A1-EDC5-C2D0-AF83760B84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3DD440B-EA7A-7F99-8872-ECF2FFD397E5}"/>
              </a:ext>
            </a:extLst>
          </p:cNvPr>
          <p:cNvGrpSpPr/>
          <p:nvPr/>
        </p:nvGrpSpPr>
        <p:grpSpPr>
          <a:xfrm rot="5400000">
            <a:off x="5054401" y="886198"/>
            <a:ext cx="234557" cy="529824"/>
            <a:chOff x="6175096" y="3854324"/>
            <a:chExt cx="144932" cy="375881"/>
          </a:xfrm>
        </p:grpSpPr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D236413-5BDA-7F2D-2F19-186970304EB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608C9F8-7B83-1596-06A6-D2FE93496289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B5281A7-72A6-9060-2D8B-DB475A7F49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02D3BE1-4D9A-CAC7-AE46-8B6262021F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531856D5-49FC-4A5C-F91A-EF5346CB859F}"/>
              </a:ext>
            </a:extLst>
          </p:cNvPr>
          <p:cNvCxnSpPr>
            <a:cxnSpLocks/>
          </p:cNvCxnSpPr>
          <p:nvPr/>
        </p:nvCxnSpPr>
        <p:spPr>
          <a:xfrm flipH="1">
            <a:off x="5371814" y="1196058"/>
            <a:ext cx="75397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7B00CDFC-18F6-0AC8-F4EB-39ED9CD8E0B2}"/>
              </a:ext>
            </a:extLst>
          </p:cNvPr>
          <p:cNvCxnSpPr>
            <a:cxnSpLocks/>
          </p:cNvCxnSpPr>
          <p:nvPr/>
        </p:nvCxnSpPr>
        <p:spPr>
          <a:xfrm>
            <a:off x="3898868" y="1198481"/>
            <a:ext cx="5849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2F2105B3-B9BA-AF76-55DA-E9B5FB8E7837}"/>
              </a:ext>
            </a:extLst>
          </p:cNvPr>
          <p:cNvSpPr txBox="1"/>
          <p:nvPr/>
        </p:nvSpPr>
        <p:spPr>
          <a:xfrm>
            <a:off x="4993221" y="1234154"/>
            <a:ext cx="12058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Branch_forward_a</a:t>
            </a:r>
            <a:endParaRPr lang="en-US" sz="8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A9E41AD-72EE-FE6B-1A63-8E814737017B}"/>
              </a:ext>
            </a:extLst>
          </p:cNvPr>
          <p:cNvSpPr txBox="1"/>
          <p:nvPr/>
        </p:nvSpPr>
        <p:spPr>
          <a:xfrm>
            <a:off x="3727057" y="1242054"/>
            <a:ext cx="12058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Branch_forward_b</a:t>
            </a:r>
            <a:endParaRPr lang="en-US" sz="8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FF58657-7D38-1E67-CB5E-B133E949A28C}"/>
              </a:ext>
            </a:extLst>
          </p:cNvPr>
          <p:cNvSpPr txBox="1"/>
          <p:nvPr/>
        </p:nvSpPr>
        <p:spPr>
          <a:xfrm>
            <a:off x="6075784" y="1018674"/>
            <a:ext cx="14861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Ex_mem_reg_write</a:t>
            </a:r>
            <a:endParaRPr lang="en-US" sz="800" dirty="0"/>
          </a:p>
          <a:p>
            <a:r>
              <a:rPr lang="en-US" sz="800" dirty="0" err="1"/>
              <a:t>Ex_mem_rd</a:t>
            </a:r>
            <a:endParaRPr lang="en-US" sz="800" dirty="0"/>
          </a:p>
          <a:p>
            <a:r>
              <a:rPr lang="en-US" sz="800" dirty="0"/>
              <a:t>If_id_rs1</a:t>
            </a:r>
          </a:p>
          <a:p>
            <a:r>
              <a:rPr lang="en-US" sz="800" dirty="0" err="1"/>
              <a:t>Mem_wb_reg_write</a:t>
            </a:r>
            <a:endParaRPr lang="en-US" sz="800" dirty="0"/>
          </a:p>
          <a:p>
            <a:r>
              <a:rPr lang="en-US" sz="800" dirty="0" err="1"/>
              <a:t>Mem_wb_rd</a:t>
            </a:r>
            <a:endParaRPr lang="en-US" sz="8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FBF93EAE-EE89-CE1E-8351-AFECD113530A}"/>
              </a:ext>
            </a:extLst>
          </p:cNvPr>
          <p:cNvSpPr txBox="1"/>
          <p:nvPr/>
        </p:nvSpPr>
        <p:spPr>
          <a:xfrm>
            <a:off x="2886371" y="1006930"/>
            <a:ext cx="14861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Ex_mem_reg_write</a:t>
            </a:r>
            <a:endParaRPr lang="en-US" sz="800" dirty="0"/>
          </a:p>
          <a:p>
            <a:r>
              <a:rPr lang="en-US" sz="800" dirty="0" err="1"/>
              <a:t>Ex_mem_rd</a:t>
            </a:r>
            <a:endParaRPr lang="en-US" sz="800" dirty="0"/>
          </a:p>
          <a:p>
            <a:r>
              <a:rPr lang="en-US" sz="800" dirty="0"/>
              <a:t>If_id_rs2</a:t>
            </a:r>
          </a:p>
          <a:p>
            <a:r>
              <a:rPr lang="en-US" sz="800" dirty="0" err="1"/>
              <a:t>Mem_wb_reg_write</a:t>
            </a:r>
            <a:endParaRPr lang="en-US" sz="800" dirty="0"/>
          </a:p>
          <a:p>
            <a:r>
              <a:rPr lang="en-US" sz="800" dirty="0" err="1"/>
              <a:t>Mem_wb_rd</a:t>
            </a:r>
            <a:endParaRPr lang="en-US" sz="800" dirty="0"/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26DA370C-39DC-5984-E73A-71C6B2D0B903}"/>
              </a:ext>
            </a:extLst>
          </p:cNvPr>
          <p:cNvCxnSpPr>
            <a:cxnSpLocks/>
          </p:cNvCxnSpPr>
          <p:nvPr/>
        </p:nvCxnSpPr>
        <p:spPr>
          <a:xfrm>
            <a:off x="5236579" y="868968"/>
            <a:ext cx="0" cy="174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60B1B705-8A7F-3EC6-ED17-C464B3F216D9}"/>
              </a:ext>
            </a:extLst>
          </p:cNvPr>
          <p:cNvCxnSpPr>
            <a:cxnSpLocks/>
          </p:cNvCxnSpPr>
          <p:nvPr/>
        </p:nvCxnSpPr>
        <p:spPr>
          <a:xfrm>
            <a:off x="4815413" y="636038"/>
            <a:ext cx="7354" cy="406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48FDB736-CAEC-1BF0-E1AA-D54B99C05764}"/>
              </a:ext>
            </a:extLst>
          </p:cNvPr>
          <p:cNvSpPr txBox="1"/>
          <p:nvPr/>
        </p:nvSpPr>
        <p:spPr>
          <a:xfrm>
            <a:off x="4896182" y="492455"/>
            <a:ext cx="1486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Ex_mem_alu_result</a:t>
            </a:r>
            <a:endParaRPr lang="en-US" sz="800" dirty="0"/>
          </a:p>
          <a:p>
            <a:r>
              <a:rPr lang="en-US" sz="800" dirty="0" err="1"/>
              <a:t>Wb_data</a:t>
            </a:r>
            <a:br>
              <a:rPr lang="en-US" sz="800" dirty="0"/>
            </a:br>
            <a:r>
              <a:rPr lang="en-US" sz="800" dirty="0"/>
              <a:t>if_id_reg1_data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4820A01-CC82-8709-E3D2-13A09BA3E208}"/>
              </a:ext>
            </a:extLst>
          </p:cNvPr>
          <p:cNvSpPr txBox="1"/>
          <p:nvPr/>
        </p:nvSpPr>
        <p:spPr>
          <a:xfrm>
            <a:off x="4120537" y="277524"/>
            <a:ext cx="1486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Ex_mem_alu_result</a:t>
            </a:r>
            <a:endParaRPr lang="en-US" sz="800" dirty="0"/>
          </a:p>
          <a:p>
            <a:r>
              <a:rPr lang="en-US" sz="800" dirty="0" err="1"/>
              <a:t>Wb_data</a:t>
            </a:r>
            <a:br>
              <a:rPr lang="en-US" sz="800" dirty="0"/>
            </a:br>
            <a:r>
              <a:rPr lang="en-US" sz="800" dirty="0"/>
              <a:t>if_id_reg2_data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1959FD3-138A-9323-0752-98DE8388358E}"/>
              </a:ext>
            </a:extLst>
          </p:cNvPr>
          <p:cNvSpPr txBox="1"/>
          <p:nvPr/>
        </p:nvSpPr>
        <p:spPr>
          <a:xfrm>
            <a:off x="2126548" y="4110267"/>
            <a:ext cx="12922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/>
              <a:t>Mem_wb_reg_write</a:t>
            </a:r>
            <a:endParaRPr lang="en-US" sz="100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C0BC38F-C796-4406-9876-334E27F5F382}"/>
              </a:ext>
            </a:extLst>
          </p:cNvPr>
          <p:cNvSpPr txBox="1"/>
          <p:nvPr/>
        </p:nvSpPr>
        <p:spPr>
          <a:xfrm>
            <a:off x="2628499" y="3889108"/>
            <a:ext cx="12922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/>
              <a:t>Wb_data</a:t>
            </a:r>
            <a:endParaRPr lang="en-US" sz="10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A9E0E578-3BF9-4ECC-6A6B-3F55FC8F07F0}"/>
              </a:ext>
            </a:extLst>
          </p:cNvPr>
          <p:cNvSpPr txBox="1"/>
          <p:nvPr/>
        </p:nvSpPr>
        <p:spPr>
          <a:xfrm>
            <a:off x="2729892" y="3621355"/>
            <a:ext cx="12922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/>
              <a:t>Mem_wb_rd</a:t>
            </a:r>
            <a:endParaRPr lang="en-US" sz="1000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4A1D64A2-3686-4EB0-EC5B-5F370F1B9282}"/>
              </a:ext>
            </a:extLst>
          </p:cNvPr>
          <p:cNvSpPr txBox="1"/>
          <p:nvPr/>
        </p:nvSpPr>
        <p:spPr>
          <a:xfrm>
            <a:off x="2710932" y="3430533"/>
            <a:ext cx="12922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If_id_rs2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5D0BF72-3C23-B339-DAE7-91E77ED54D54}"/>
              </a:ext>
            </a:extLst>
          </p:cNvPr>
          <p:cNvSpPr txBox="1"/>
          <p:nvPr/>
        </p:nvSpPr>
        <p:spPr>
          <a:xfrm>
            <a:off x="2792953" y="3202593"/>
            <a:ext cx="12922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If_id_rs1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AA3AB88E-EAC2-0E6C-0FF9-BBC61E4E5FFD}"/>
              </a:ext>
            </a:extLst>
          </p:cNvPr>
          <p:cNvSpPr txBox="1"/>
          <p:nvPr/>
        </p:nvSpPr>
        <p:spPr>
          <a:xfrm>
            <a:off x="6295224" y="4533081"/>
            <a:ext cx="1143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Mem_wb_reg_write</a:t>
            </a:r>
            <a:endParaRPr lang="en-US" sz="9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54F09A12-1F3A-A54F-AC19-25142AC91C16}"/>
              </a:ext>
            </a:extLst>
          </p:cNvPr>
          <p:cNvSpPr txBox="1"/>
          <p:nvPr/>
        </p:nvSpPr>
        <p:spPr>
          <a:xfrm>
            <a:off x="5665066" y="4853444"/>
            <a:ext cx="6527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Id_ex_rs1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B21D4D8B-B6D4-7A36-F8D8-1CC25D52EACA}"/>
              </a:ext>
            </a:extLst>
          </p:cNvPr>
          <p:cNvSpPr txBox="1"/>
          <p:nvPr/>
        </p:nvSpPr>
        <p:spPr>
          <a:xfrm>
            <a:off x="2403007" y="6080251"/>
            <a:ext cx="8005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/>
              <a:t>Alu_op</a:t>
            </a:r>
            <a:endParaRPr lang="en-US" sz="1000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5C152C5C-0EB9-7A78-37DD-495711269C14}"/>
              </a:ext>
            </a:extLst>
          </p:cNvPr>
          <p:cNvSpPr txBox="1"/>
          <p:nvPr/>
        </p:nvSpPr>
        <p:spPr>
          <a:xfrm>
            <a:off x="2094446" y="4719724"/>
            <a:ext cx="80052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/>
              <a:t>Reg_write</a:t>
            </a:r>
            <a:endParaRPr lang="en-US" sz="1000" dirty="0"/>
          </a:p>
          <a:p>
            <a:r>
              <a:rPr lang="en-US" sz="1000" dirty="0" err="1"/>
              <a:t>Mem_read</a:t>
            </a:r>
            <a:endParaRPr lang="en-US" sz="1000" dirty="0"/>
          </a:p>
          <a:p>
            <a:r>
              <a:rPr lang="en-US" sz="1000" dirty="0" err="1"/>
              <a:t>Mem_write</a:t>
            </a:r>
            <a:endParaRPr lang="en-US" sz="1000" dirty="0"/>
          </a:p>
          <a:p>
            <a:r>
              <a:rPr lang="en-US" sz="1000" dirty="0" err="1"/>
              <a:t>Alu_src</a:t>
            </a:r>
            <a:endParaRPr lang="en-US" sz="1000" dirty="0"/>
          </a:p>
          <a:p>
            <a:r>
              <a:rPr lang="en-US" sz="1000" dirty="0"/>
              <a:t>Branch</a:t>
            </a:r>
          </a:p>
          <a:p>
            <a:r>
              <a:rPr lang="en-US" sz="1000" dirty="0" err="1"/>
              <a:t>Load_addr</a:t>
            </a:r>
            <a:endParaRPr lang="en-US" sz="1000" dirty="0"/>
          </a:p>
          <a:p>
            <a:r>
              <a:rPr lang="en-US" sz="1000" dirty="0"/>
              <a:t>jump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9260962A-2016-0979-6FFD-A3AA71FA483A}"/>
              </a:ext>
            </a:extLst>
          </p:cNvPr>
          <p:cNvSpPr/>
          <p:nvPr/>
        </p:nvSpPr>
        <p:spPr>
          <a:xfrm>
            <a:off x="4532902" y="5596134"/>
            <a:ext cx="6230348" cy="8501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Pipeline Registers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409</Words>
  <Application>Microsoft Office PowerPoint</Application>
  <PresentationFormat>Widescreen</PresentationFormat>
  <Paragraphs>124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Nunn, Payton B C1C USAF USAFA CW/CS18</cp:lastModifiedBy>
  <cp:revision>17</cp:revision>
  <cp:lastPrinted>2025-07-01T16:24:47Z</cp:lastPrinted>
  <dcterms:created xsi:type="dcterms:W3CDTF">2025-06-30T15:01:42Z</dcterms:created>
  <dcterms:modified xsi:type="dcterms:W3CDTF">2026-05-09T04:30:07Z</dcterms:modified>
</cp:coreProperties>
</file>